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62C2E-9678-4867-9A74-0DC1160A662E}" type="datetimeFigureOut">
              <a:rPr lang="tr-TR" smtClean="0"/>
              <a:t>20.01.2026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9D954506-0F78-4926-B36B-30489E39637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77678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62C2E-9678-4867-9A74-0DC1160A662E}" type="datetimeFigureOut">
              <a:rPr lang="tr-TR" smtClean="0"/>
              <a:t>20.01.2026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54506-0F78-4926-B36B-30489E39637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39550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62C2E-9678-4867-9A74-0DC1160A662E}" type="datetimeFigureOut">
              <a:rPr lang="tr-TR" smtClean="0"/>
              <a:t>20.01.2026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D954506-0F78-4926-B36B-30489E39637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64685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62C2E-9678-4867-9A74-0DC1160A662E}" type="datetimeFigureOut">
              <a:rPr lang="tr-TR" smtClean="0"/>
              <a:t>20.01.2026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D954506-0F78-4926-B36B-30489E39637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68128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62C2E-9678-4867-9A74-0DC1160A662E}" type="datetimeFigureOut">
              <a:rPr lang="tr-TR" smtClean="0"/>
              <a:t>20.01.2026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D954506-0F78-4926-B36B-30489E39637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51413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62C2E-9678-4867-9A74-0DC1160A662E}" type="datetimeFigureOut">
              <a:rPr lang="tr-TR" smtClean="0"/>
              <a:t>20.01.2026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54506-0F78-4926-B36B-30489E39637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42486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62C2E-9678-4867-9A74-0DC1160A662E}" type="datetimeFigureOut">
              <a:rPr lang="tr-TR" smtClean="0"/>
              <a:t>20.01.2026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54506-0F78-4926-B36B-30489E39637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75438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62C2E-9678-4867-9A74-0DC1160A662E}" type="datetimeFigureOut">
              <a:rPr lang="tr-TR" smtClean="0"/>
              <a:t>20.01.2026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54506-0F78-4926-B36B-30489E39637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54659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62C2E-9678-4867-9A74-0DC1160A662E}" type="datetimeFigureOut">
              <a:rPr lang="tr-TR" smtClean="0"/>
              <a:t>20.01.2026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D954506-0F78-4926-B36B-30489E39637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07161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şlık ve Resim Yazıs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62C2E-9678-4867-9A74-0DC1160A662E}" type="datetimeFigureOut">
              <a:rPr lang="tr-TR" smtClean="0"/>
              <a:t>20.01.2026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D954506-0F78-4926-B36B-30489E39637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8009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im Yazılı Alın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62C2E-9678-4867-9A74-0DC1160A662E}" type="datetimeFigureOut">
              <a:rPr lang="tr-TR" smtClean="0"/>
              <a:t>20.01.2026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D954506-0F78-4926-B36B-30489E39637C}" type="slidenum">
              <a:rPr lang="tr-TR" smtClean="0"/>
              <a:t>‹#›</a:t>
            </a:fld>
            <a:endParaRPr lang="tr-TR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356722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62C2E-9678-4867-9A74-0DC1160A662E}" type="datetimeFigureOut">
              <a:rPr lang="tr-TR" smtClean="0"/>
              <a:t>20.01.2026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D954506-0F78-4926-B36B-30489E39637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564201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ıntı 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62C2E-9678-4867-9A74-0DC1160A662E}" type="datetimeFigureOut">
              <a:rPr lang="tr-TR" smtClean="0"/>
              <a:t>20.01.2026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D954506-0F78-4926-B36B-30489E39637C}" type="slidenum">
              <a:rPr lang="tr-TR" smtClean="0"/>
              <a:t>‹#›</a:t>
            </a:fld>
            <a:endParaRPr lang="tr-TR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472533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ğru veya Yanlı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62C2E-9678-4867-9A74-0DC1160A662E}" type="datetimeFigureOut">
              <a:rPr lang="tr-TR" smtClean="0"/>
              <a:t>20.01.2026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D954506-0F78-4926-B36B-30489E39637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353795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62C2E-9678-4867-9A74-0DC1160A662E}" type="datetimeFigureOut">
              <a:rPr lang="tr-TR" smtClean="0"/>
              <a:t>20.01.2026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54506-0F78-4926-B36B-30489E39637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896306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62C2E-9678-4867-9A74-0DC1160A662E}" type="datetimeFigureOut">
              <a:rPr lang="tr-TR" smtClean="0"/>
              <a:t>20.01.2026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54506-0F78-4926-B36B-30489E39637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59307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962C2E-9678-4867-9A74-0DC1160A662E}" type="datetimeFigureOut">
              <a:rPr lang="tr-TR" smtClean="0"/>
              <a:t>20.01.2026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9D954506-0F78-4926-B36B-30489E39637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74383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26CEC63-5A9F-401C-BECC-5B58E473EE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tr-TR" sz="4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Arama Ve Keşif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5E746861-FB79-FD25-784E-003D203EA3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3" y="4775193"/>
            <a:ext cx="8915399" cy="1256491"/>
          </a:xfrm>
        </p:spPr>
        <p:txBody>
          <a:bodyPr>
            <a:normAutofit lnSpcReduction="10000"/>
          </a:bodyPr>
          <a:lstStyle/>
          <a:p>
            <a:r>
              <a:rPr lang="tr-TR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 </a:t>
            </a:r>
            <a:r>
              <a:rPr lang="tr-TR" sz="20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Soyad</a:t>
            </a:r>
            <a:r>
              <a:rPr lang="tr-TR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Safa Emre Karaca</a:t>
            </a:r>
          </a:p>
          <a:p>
            <a:r>
              <a:rPr lang="tr-TR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Ders: Açık Kaynak İşletim Sistemleri</a:t>
            </a:r>
          </a:p>
          <a:p>
            <a:r>
              <a:rPr lang="tr-TR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Öğrenci Numarası: 2420161083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23830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81ED242-1867-5490-B843-AA3D3FA35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ve Çözüm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9C348CF-AAF3-EAD0-F3E1-58D75453E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599"/>
            <a:ext cx="8915400" cy="39735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Problem:</a:t>
            </a:r>
            <a:endParaRPr lang="tr-TR" sz="20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tr-TR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Linux ekosisteminde paketler dağınık haldedir (APT, </a:t>
            </a:r>
            <a:r>
              <a:rPr lang="tr-TR" sz="20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Snap</a:t>
            </a:r>
            <a:r>
              <a:rPr lang="tr-TR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tr-TR" sz="20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Flatpak</a:t>
            </a:r>
            <a:r>
              <a:rPr lang="tr-TR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r>
              <a:rPr lang="tr-TR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Kullanıcılar her biri için farklı terminal komutları ezberlemek zorundadır.</a:t>
            </a:r>
          </a:p>
          <a:p>
            <a:r>
              <a:rPr lang="tr-TR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Aynı paketin hangi markette hangi sürümde olduğunu karşılaştırmak zordur</a:t>
            </a:r>
          </a:p>
          <a:p>
            <a:pPr marL="0" indent="0">
              <a:buNone/>
            </a:pPr>
            <a:r>
              <a:rPr lang="tr-TR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Çözüm:</a:t>
            </a:r>
            <a:endParaRPr lang="tr-TR" sz="20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tr-TR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Tek bir komutla tüm marketleri tarayan Python tabanlı bir CLI (Komut Satırı Arayüzü).</a:t>
            </a:r>
          </a:p>
          <a:p>
            <a:r>
              <a:rPr lang="tr-TR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Sonuçları tek bir tabloda, renkli ve karşılaştırmalı olarak sunan otomasyon aracı.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895443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35C1825-D7D4-062C-717A-CAA2F8FAC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Teknik Altyapı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7427641-29A6-6718-AD2A-95926D4959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Programlama Dili:</a:t>
            </a:r>
            <a:r>
              <a:rPr lang="tr-TR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Python</a:t>
            </a:r>
          </a:p>
          <a:p>
            <a:pPr marL="0" indent="0">
              <a:buNone/>
            </a:pPr>
            <a:r>
              <a:rPr lang="tr-TR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Hedef İşletim Sistemi: </a:t>
            </a:r>
            <a:r>
              <a:rPr lang="tr-TR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Windows/linux</a:t>
            </a:r>
          </a:p>
          <a:p>
            <a:pPr marL="0" indent="0">
              <a:buNone/>
            </a:pPr>
            <a:r>
              <a:rPr lang="tr-TR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Kullanılan Teknolojiler:</a:t>
            </a:r>
            <a:endParaRPr lang="tr-TR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tr-TR" sz="20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subprocess</a:t>
            </a:r>
            <a:r>
              <a:rPr lang="tr-TR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Terminal komutlarını yönetmek ve çıktıları yakalamak için.</a:t>
            </a:r>
          </a:p>
          <a:p>
            <a:pPr lvl="1"/>
            <a:r>
              <a:rPr lang="tr-TR" sz="20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String</a:t>
            </a:r>
            <a:r>
              <a:rPr lang="tr-TR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sz="20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Parsing</a:t>
            </a:r>
            <a:r>
              <a:rPr lang="tr-TR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Ham terminal çıktılarını anlamlı verilere dönüştürmek için.</a:t>
            </a:r>
          </a:p>
          <a:p>
            <a:pPr lvl="1"/>
            <a:r>
              <a:rPr lang="tr-TR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JSON: Proje konfigürasyonu ve veri standardizasyonu için.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767055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EE148E2-4FCC-CE9C-B680-435CCAEF5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Temel Özellikler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5B9D2F9-33C2-36A4-D6FE-670CE22874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44241" y="1802464"/>
            <a:ext cx="9646041" cy="283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Çoklu Kaynak Taraması:</a:t>
            </a:r>
            <a:endParaRPr kumimoji="0" lang="tr-TR" altLang="tr-TR" sz="20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Aynı anda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apt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search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snap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ve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flatpak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search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komutlarını çalıştırır.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tr-TR" altLang="tr-T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Self-</a:t>
            </a: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(Otomatik Kontrol):</a:t>
            </a:r>
            <a:endParaRPr kumimoji="0" lang="tr-TR" altLang="tr-TR" sz="20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 açılışta sistemdeki bağımlılıkları test eder. Eksik araç varsa kullanıcıyı uyarır.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tr-TR" altLang="tr-T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Akıllı Raporlama:</a:t>
            </a:r>
            <a:endParaRPr kumimoji="0" lang="tr-TR" altLang="tr-TR" sz="20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Karmaşık terminal çıktılarını temiz, renkli ve okunabilir bir tabloya dönüştürür.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328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C199EF1-B306-14AC-9B15-469ECEDD4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 Mimarisi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49E7FBE-4FEA-0821-8A6A-540152289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Klasör Yapısı:</a:t>
            </a:r>
            <a:endParaRPr lang="tr-TR" sz="20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tr-TR" dirty="0"/>
              <a:t>/</a:t>
            </a:r>
            <a:r>
              <a:rPr lang="tr-TR" sz="20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src</a:t>
            </a:r>
            <a:r>
              <a:rPr lang="tr-TR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Kaynak kodlar ve ana mantık.</a:t>
            </a:r>
          </a:p>
          <a:p>
            <a:pPr marL="0" indent="0">
              <a:buNone/>
            </a:pPr>
            <a:endParaRPr lang="tr-TR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tr-TR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tr-TR" sz="20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researchs</a:t>
            </a:r>
            <a:r>
              <a:rPr lang="tr-TR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AI araştırma raporları ve kaynakçalar.</a:t>
            </a:r>
          </a:p>
          <a:p>
            <a:pPr marL="0" indent="0">
              <a:buNone/>
            </a:pPr>
            <a:endParaRPr lang="tr-TR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tr-TR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tr-TR" sz="20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docs</a:t>
            </a:r>
            <a:r>
              <a:rPr lang="tr-TR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Proje dokümantasyonu.</a:t>
            </a:r>
          </a:p>
          <a:p>
            <a:pPr marL="0" indent="0">
              <a:buNone/>
            </a:pPr>
            <a:endParaRPr lang="tr-TR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tr-TR" sz="20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proje_bilgisi.json</a:t>
            </a:r>
            <a:r>
              <a:rPr lang="tr-TR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Proje meta verileri.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897542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7735F66-C47F-5CFD-52C2-7879CC710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Sonuç ve Demo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0B2212C-09AB-816B-1AB6-D82B8F1835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85519" y="2399514"/>
            <a:ext cx="991909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 Durumu: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Tamamlandı ve Test Edildi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tr-TR" altLang="tr-T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Kazanımlar:</a:t>
            </a:r>
            <a:endParaRPr kumimoji="0" lang="tr-TR" altLang="tr-TR" sz="20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Linux süreç yönetimi ve otomasyonu öğrenildi.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 ile sistem programlama yeteneği geliştirildi.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tr-TR" altLang="tr-T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2227141"/>
      </p:ext>
    </p:extLst>
  </p:cSld>
  <p:clrMapOvr>
    <a:masterClrMapping/>
  </p:clrMapOvr>
</p:sld>
</file>

<file path=ppt/theme/theme1.xml><?xml version="1.0" encoding="utf-8"?>
<a:theme xmlns:a="http://schemas.openxmlformats.org/drawingml/2006/main" name="Duman">
  <a:themeElements>
    <a:clrScheme name="Duman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Duman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uman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11</TotalTime>
  <Words>254</Words>
  <Application>Microsoft Office PowerPoint</Application>
  <PresentationFormat>Geniş ekran</PresentationFormat>
  <Paragraphs>43</Paragraphs>
  <Slides>6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6</vt:i4>
      </vt:variant>
    </vt:vector>
  </HeadingPairs>
  <TitlesOfParts>
    <vt:vector size="11" baseType="lpstr">
      <vt:lpstr>Arial</vt:lpstr>
      <vt:lpstr>Calibri</vt:lpstr>
      <vt:lpstr>Century Gothic</vt:lpstr>
      <vt:lpstr>Wingdings 3</vt:lpstr>
      <vt:lpstr>Duman</vt:lpstr>
      <vt:lpstr>Arama Ve Keşif</vt:lpstr>
      <vt:lpstr>Problem ve Çözüm</vt:lpstr>
      <vt:lpstr>Teknik Altyapı</vt:lpstr>
      <vt:lpstr>Temel Özellikler</vt:lpstr>
      <vt:lpstr>Proje Mimarisi</vt:lpstr>
      <vt:lpstr>Sonuç ve 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Safa Emree Karaca</dc:creator>
  <cp:lastModifiedBy>Safa Emree Karaca</cp:lastModifiedBy>
  <cp:revision>1</cp:revision>
  <dcterms:created xsi:type="dcterms:W3CDTF">2026-01-20T14:46:04Z</dcterms:created>
  <dcterms:modified xsi:type="dcterms:W3CDTF">2026-01-20T14:57:22Z</dcterms:modified>
</cp:coreProperties>
</file>